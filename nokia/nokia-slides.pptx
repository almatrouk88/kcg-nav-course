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85" r:id="rId2"/>
    <p:sldId id="258" r:id="rId3"/>
    <p:sldId id="257" r:id="rId4"/>
    <p:sldId id="259" r:id="rId5"/>
    <p:sldId id="286" r:id="rId6"/>
    <p:sldId id="287" r:id="rId7"/>
    <p:sldId id="288" r:id="rId8"/>
    <p:sldId id="290" r:id="rId9"/>
    <p:sldId id="289" r:id="rId10"/>
  </p:sldIdLst>
  <p:sldSz cx="12192000" cy="6858000"/>
  <p:notesSz cx="6858000" cy="9144000"/>
  <p:defaultTextStyle>
    <a:defPPr>
      <a:defRPr lang="ar-KW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20" autoAdjust="0"/>
    <p:restoredTop sz="94660"/>
  </p:normalViewPr>
  <p:slideViewPr>
    <p:cSldViewPr snapToGrid="0">
      <p:cViewPr>
        <p:scale>
          <a:sx n="60" d="100"/>
          <a:sy n="60" d="100"/>
        </p:scale>
        <p:origin x="8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KW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EB6952B-3626-4EA0-8647-D49D3BDC5C82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KW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KW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2AB9F84-A6D1-4F12-8A3A-C940142D12D7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21893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AB9F84-A6D1-4F12-8A3A-C940142D12D7}" type="slidenum">
              <a:rPr lang="ar-KW" smtClean="0"/>
              <a:t>4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2161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376AA5-C514-AD7E-FA87-E8659C2CB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D810A372-3BAD-ACCB-46EA-8271BB312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B545211-9434-DEDD-A00E-CBCD0052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0309D0B-DD1E-741F-212A-5FF0F628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64C0C44-4A49-EE57-E2E6-17D8CD6A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75855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2444A2F-FF36-C761-7480-9EB74BBF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C27A283-3D3B-6608-C0E5-8A3FE376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1FDFE35-45DE-E41A-6B53-EC8A9D87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D0224A0-C321-7F33-A310-D1A9436F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BB8F336-E0BE-0361-DCBE-DA041F9E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64252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D256704-51D4-0687-80A5-50621460F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C753654B-8D78-915F-85AE-4473273DB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353DBE7-96E0-E49C-F88B-93902A0A2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53932C6-BA7B-5BF7-B6F6-7CB36F29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6838794-47AD-813A-8BC8-61F4B1CE3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20498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85781F9-0AA2-93B8-3C8E-B07A7A64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147A596-7296-F718-0187-731C7CB4C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A0404879-1C2D-316B-7CC6-2EBBE7353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9D4D504-37C7-25CE-D7F1-9B40F53D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30B821F-1493-DC6A-D203-0888D45A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56465D9-F564-B90A-CADF-CA33182F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91715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D6445E6-428E-90DD-1F84-10294FEB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BC702446-F731-89CD-50D1-F880122C0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BFBEA873-86DD-B990-14DF-EAE8ED328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304C9264-A7F8-D1D2-57D7-B25F51FE8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293EC4F1-B76A-A3BD-02A0-D91C1A82F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93C125F-EFB7-163F-F3C6-08CE7E02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31EC2BFA-9BA3-B1E4-2BA3-4FECB782E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3FACD0D-11D2-1430-3950-08784ED4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68146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D06D68F-F355-5615-05AC-F0ACD9BF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E0189E4-BFE1-214C-BD52-227922E97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E0B7D4DA-86DB-797B-E38B-65F4F902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DD2EF87-4886-D042-FCD1-C6EE85BF3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60535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56222415-284E-C2A4-D9E8-29028EA5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8552A84B-1F60-3A4C-2D60-F891EE9E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8E6056B-DE46-33EB-F278-E46575DB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39336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0F2A1FE-F477-5D87-B8F0-46F2AB68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E50FE68-54FB-A1D8-35DD-4C466D0DF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67E7FD11-5FFD-0B4A-43FD-EB5372D1A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1535CB0-7907-2B82-B2AF-59ED5199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6FDF37D-CE9C-9EBA-EB6C-0B6BE11D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C3D48FF-1342-5D87-C2F7-21D937C1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76411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05B3193-93FE-59A9-D797-90BB0569A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B851DD2A-2D65-0C6C-343A-2595C5E75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KW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B5E3E5D1-7E3F-C394-9F37-F72E57DB3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8F07AFB-31D8-11EC-967B-7F716548A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9DE9DE1-C689-3770-8F76-C234FB64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E42517F6-2E0B-ADFF-B685-7771E0F5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623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8B1176E-BC56-8D48-5733-B9069247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D696BAD7-773A-CA60-6756-7FA087E91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9888B05-387D-2DFB-AF61-0DAEA9B2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87D05F8-E514-6893-29C2-66ED4400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C0C0CC9-755A-7C19-EA78-528CD8BD2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18899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5E336D1A-9781-19A9-88F3-BB3962628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8985A06D-3D54-966B-47F2-C7B8E10DF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F97C1A2-C0A4-D2BB-C194-35BE370E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98E5865-4973-7405-163B-B2188CBE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02952CC-F65A-9347-DE95-E2E04C77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88181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FD80FBB7-EFDD-A596-04F9-7C17273D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KW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F18EBFC-1AAE-6699-7B59-C423CA57C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KW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6351780-BA4E-7A32-393F-D8772D8A46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A3551-ED65-4CF0-9B8D-613E3FAFD080}" type="datetimeFigureOut">
              <a:rPr lang="ar-KW" smtClean="0"/>
              <a:t>08/08/1446</a:t>
            </a:fld>
            <a:endParaRPr lang="ar-KW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3487EA4-C77C-B653-BAEF-3FF443C39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KW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390F8A1-73AD-A2E5-3126-CDE4F5103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C026F-A65D-406C-ADC1-D4ACF2AC8420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96326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KW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>
            <a:extLst>
              <a:ext uri="{FF2B5EF4-FFF2-40B4-BE49-F238E27FC236}">
                <a16:creationId xmlns:a16="http://schemas.microsoft.com/office/drawing/2014/main" id="{AA25D8C6-4639-A91D-79A7-07CA0709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3"/>
          <a:stretch/>
        </p:blipFill>
        <p:spPr>
          <a:xfrm>
            <a:off x="2256309" y="0"/>
            <a:ext cx="7876906" cy="6858000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728A418D-64F2-EFF7-CC6B-D25B3B912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371" y="2975727"/>
            <a:ext cx="3366654" cy="3740958"/>
          </a:xfrm>
          <a:prstGeom prst="rect">
            <a:avLst/>
          </a:prstGeom>
        </p:spPr>
      </p:pic>
      <p:sp>
        <p:nvSpPr>
          <p:cNvPr id="9" name="مربع نص 1">
            <a:extLst>
              <a:ext uri="{FF2B5EF4-FFF2-40B4-BE49-F238E27FC236}">
                <a16:creationId xmlns:a16="http://schemas.microsoft.com/office/drawing/2014/main" id="{CA58AFF6-7C8C-3D99-C69E-6FA86119378C}"/>
              </a:ext>
            </a:extLst>
          </p:cNvPr>
          <p:cNvSpPr txBox="1"/>
          <p:nvPr/>
        </p:nvSpPr>
        <p:spPr>
          <a:xfrm>
            <a:off x="7423265" y="2975727"/>
            <a:ext cx="2058666" cy="270163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2800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ndalus" panose="02020603050405020304" pitchFamily="18" charset="-78"/>
              </a:rPr>
              <a:t>إعداد وتقديم</a:t>
            </a:r>
            <a:endParaRPr lang="en-U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2000" i="1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المهندس. إسماعيل شهاب</a:t>
            </a:r>
            <a:endParaRPr lang="en-U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2000" i="1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المهندس. علي المتروك</a:t>
            </a:r>
            <a:endParaRPr lang="en-U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2000" i="1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المهندس. سعد العمار</a:t>
            </a:r>
            <a:endParaRPr lang="en-U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2000" i="1" kern="100" dirty="0" err="1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مساعد.م.محمد</a:t>
            </a:r>
            <a:r>
              <a:rPr lang="ar-AE" sz="2000" i="1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 </a:t>
            </a:r>
            <a:r>
              <a:rPr lang="ar-AE" sz="2000" i="1" kern="100" dirty="0" err="1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الدريع</a:t>
            </a:r>
            <a:r>
              <a:rPr lang="ar-AE" sz="2000" i="1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 </a:t>
            </a:r>
            <a:endParaRPr lang="en-U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i="1" kern="100" dirty="0">
                <a:ln>
                  <a:noFill/>
                </a:ln>
                <a:solidFill>
                  <a:srgbClr val="2F5496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(مدرب دولي معتمد)</a:t>
            </a:r>
            <a:endParaRPr lang="en-US" sz="1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1600" kern="10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 </a:t>
            </a:r>
            <a:endParaRPr lang="en-US" sz="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AE" sz="1600" kern="100" dirty="0">
                <a:ln>
                  <a:noFill/>
                </a:ln>
                <a:solidFill>
                  <a:srgbClr val="4472C4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مربع نص 1">
            <a:extLst>
              <a:ext uri="{FF2B5EF4-FFF2-40B4-BE49-F238E27FC236}">
                <a16:creationId xmlns:a16="http://schemas.microsoft.com/office/drawing/2014/main" id="{8710C802-1AF7-C949-424E-A885E56925FE}"/>
              </a:ext>
            </a:extLst>
          </p:cNvPr>
          <p:cNvSpPr txBox="1"/>
          <p:nvPr/>
        </p:nvSpPr>
        <p:spPr>
          <a:xfrm>
            <a:off x="5965671" y="5585693"/>
            <a:ext cx="3970020" cy="1828800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ar-AE" sz="2400" b="1" kern="100" dirty="0">
                <a:ln>
                  <a:noFill/>
                </a:ln>
                <a:solidFill>
                  <a:srgbClr val="00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إشراف</a:t>
            </a:r>
            <a:r>
              <a:rPr lang="ar-AE" sz="2400" kern="100" dirty="0">
                <a:ln>
                  <a:noFill/>
                </a:ln>
                <a:solidFill>
                  <a:srgbClr val="00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 / رئيس قسم الأجهزة الملاحية والرادار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1">
              <a:lnSpc>
                <a:spcPct val="107000"/>
              </a:lnSpc>
              <a:spcAft>
                <a:spcPts val="800"/>
              </a:spcAft>
            </a:pPr>
            <a:r>
              <a:rPr lang="ar-AE" sz="2400" b="1" kern="100" dirty="0">
                <a:ln>
                  <a:noFill/>
                </a:ln>
                <a:solidFill>
                  <a:srgbClr val="00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المقدم</a:t>
            </a:r>
            <a:r>
              <a:rPr lang="ar-AE" sz="2400" kern="100" dirty="0">
                <a:ln>
                  <a:noFill/>
                </a:ln>
                <a:solidFill>
                  <a:srgbClr val="00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 / </a:t>
            </a:r>
            <a:r>
              <a:rPr lang="ar-AE" sz="2400" i="1" kern="100" dirty="0">
                <a:ln>
                  <a:noFill/>
                </a:ln>
                <a:solidFill>
                  <a:srgbClr val="00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Arabic Typesetting" panose="03020402040406030203" pitchFamily="66" charset="-78"/>
              </a:rPr>
              <a:t>بدر ناصر بن عوض</a:t>
            </a:r>
            <a:endParaRPr lang="en-US" sz="105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86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صورة 5">
            <a:extLst>
              <a:ext uri="{FF2B5EF4-FFF2-40B4-BE49-F238E27FC236}">
                <a16:creationId xmlns:a16="http://schemas.microsoft.com/office/drawing/2014/main" id="{6FF8616A-89C1-2659-AA2A-778F840E28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541196"/>
            <a:ext cx="12192000" cy="7393887"/>
          </a:xfrm>
          <a:prstGeom prst="rect">
            <a:avLst/>
          </a:prstGeom>
        </p:spPr>
      </p:pic>
      <p:sp>
        <p:nvSpPr>
          <p:cNvPr id="8" name="مستطيل 7">
            <a:extLst>
              <a:ext uri="{FF2B5EF4-FFF2-40B4-BE49-F238E27FC236}">
                <a16:creationId xmlns:a16="http://schemas.microsoft.com/office/drawing/2014/main" id="{991F7F22-AD0F-788E-3D42-A924DEDDDD10}"/>
              </a:ext>
            </a:extLst>
          </p:cNvPr>
          <p:cNvSpPr/>
          <p:nvPr/>
        </p:nvSpPr>
        <p:spPr>
          <a:xfrm>
            <a:off x="4215857" y="257386"/>
            <a:ext cx="376028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جهاز النوكيا </a:t>
            </a:r>
            <a:r>
              <a:rPr lang="en-GB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880i</a:t>
            </a:r>
            <a:endParaRPr lang="ar-SA" sz="4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0E0B162C-9630-C28C-36C9-810A5ED27CFE}"/>
              </a:ext>
            </a:extLst>
          </p:cNvPr>
          <p:cNvSpPr/>
          <p:nvPr/>
        </p:nvSpPr>
        <p:spPr>
          <a:xfrm>
            <a:off x="4621876" y="905779"/>
            <a:ext cx="27816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(نظام </a:t>
            </a:r>
            <a:r>
              <a:rPr lang="ar-JO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التترا</a:t>
            </a:r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ar-KW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صورة 12">
            <a:extLst>
              <a:ext uri="{FF2B5EF4-FFF2-40B4-BE49-F238E27FC236}">
                <a16:creationId xmlns:a16="http://schemas.microsoft.com/office/drawing/2014/main" id="{945D8602-07DB-774B-1589-6C21798D5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t="41827" r="20191" b="39758"/>
          <a:stretch/>
        </p:blipFill>
        <p:spPr>
          <a:xfrm>
            <a:off x="9272434" y="3428999"/>
            <a:ext cx="2772078" cy="20523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مستطيل 13">
            <a:extLst>
              <a:ext uri="{FF2B5EF4-FFF2-40B4-BE49-F238E27FC236}">
                <a16:creationId xmlns:a16="http://schemas.microsoft.com/office/drawing/2014/main" id="{80FC6670-658C-51FE-35EA-5CD1FFAC17C9}"/>
              </a:ext>
            </a:extLst>
          </p:cNvPr>
          <p:cNvSpPr/>
          <p:nvPr/>
        </p:nvSpPr>
        <p:spPr>
          <a:xfrm>
            <a:off x="8932774" y="1273565"/>
            <a:ext cx="325922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أجزاء جهاز النوكيا</a:t>
            </a:r>
            <a:endParaRPr lang="ar-SA" sz="4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مستطيل 14">
            <a:extLst>
              <a:ext uri="{FF2B5EF4-FFF2-40B4-BE49-F238E27FC236}">
                <a16:creationId xmlns:a16="http://schemas.microsoft.com/office/drawing/2014/main" id="{3EF10835-DD8B-B1FC-7281-F037E1251479}"/>
              </a:ext>
            </a:extLst>
          </p:cNvPr>
          <p:cNvSpPr/>
          <p:nvPr/>
        </p:nvSpPr>
        <p:spPr>
          <a:xfrm>
            <a:off x="9597276" y="2189168"/>
            <a:ext cx="22477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3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1_وحدة الجهاز</a:t>
            </a:r>
            <a:endParaRPr lang="ar-SA" sz="3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03BEC6FC-F1AB-7831-89D0-B43B493D5DBD}"/>
              </a:ext>
            </a:extLst>
          </p:cNvPr>
          <p:cNvSpPr/>
          <p:nvPr/>
        </p:nvSpPr>
        <p:spPr>
          <a:xfrm>
            <a:off x="6262051" y="2251307"/>
            <a:ext cx="22829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32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2_شاشة الجهاز</a:t>
            </a:r>
            <a:endParaRPr lang="ar-SA" sz="3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8" name="صورة 17">
            <a:extLst>
              <a:ext uri="{FF2B5EF4-FFF2-40B4-BE49-F238E27FC236}">
                <a16:creationId xmlns:a16="http://schemas.microsoft.com/office/drawing/2014/main" id="{5B90313A-7581-A571-03F7-DF7150B66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91" b="40169"/>
          <a:stretch/>
        </p:blipFill>
        <p:spPr>
          <a:xfrm>
            <a:off x="6115394" y="3428999"/>
            <a:ext cx="2862003" cy="20691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مستطيل 18">
            <a:extLst>
              <a:ext uri="{FF2B5EF4-FFF2-40B4-BE49-F238E27FC236}">
                <a16:creationId xmlns:a16="http://schemas.microsoft.com/office/drawing/2014/main" id="{CB274F56-AA2F-05AE-7C0F-F355E64C8F8F}"/>
              </a:ext>
            </a:extLst>
          </p:cNvPr>
          <p:cNvSpPr/>
          <p:nvPr/>
        </p:nvSpPr>
        <p:spPr>
          <a:xfrm>
            <a:off x="2776649" y="2263982"/>
            <a:ext cx="2771913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28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3_ميكروفون الجهاز+</a:t>
            </a:r>
          </a:p>
          <a:p>
            <a:pPr algn="ctr"/>
            <a:r>
              <a:rPr lang="ar-KW" sz="28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الوصلة</a:t>
            </a:r>
            <a:endParaRPr lang="ar-SA" sz="28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1" name="صورة 20">
            <a:extLst>
              <a:ext uri="{FF2B5EF4-FFF2-40B4-BE49-F238E27FC236}">
                <a16:creationId xmlns:a16="http://schemas.microsoft.com/office/drawing/2014/main" id="{19721A3E-F533-E257-40D3-73C9D94273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3" t="40618" r="4108" b="40305"/>
          <a:stretch/>
        </p:blipFill>
        <p:spPr>
          <a:xfrm>
            <a:off x="3123937" y="3437414"/>
            <a:ext cx="2738295" cy="20691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C0613610-65E8-F1FF-778C-15F814D1AADA}"/>
              </a:ext>
            </a:extLst>
          </p:cNvPr>
          <p:cNvSpPr/>
          <p:nvPr/>
        </p:nvSpPr>
        <p:spPr>
          <a:xfrm>
            <a:off x="346993" y="2263982"/>
            <a:ext cx="165462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3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4_السماعة</a:t>
            </a:r>
            <a:endParaRPr lang="ar-SA" sz="3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626C8F8B-BED5-E99E-DA6E-2D51C3C4FC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7" t="39753" r="16804" b="40576"/>
          <a:stretch/>
        </p:blipFill>
        <p:spPr>
          <a:xfrm>
            <a:off x="147488" y="3428999"/>
            <a:ext cx="2738295" cy="20775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028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5" grpId="0"/>
      <p:bldP spid="16" grpId="0"/>
      <p:bldP spid="19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BA151705-2AFA-FD68-2B7E-D047320C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5402"/>
            <a:ext cx="12191999" cy="7112000"/>
          </a:xfrm>
          <a:prstGeom prst="rect">
            <a:avLst/>
          </a:prstGeom>
        </p:spPr>
      </p:pic>
      <p:sp>
        <p:nvSpPr>
          <p:cNvPr id="3" name="مستطيل 2">
            <a:extLst>
              <a:ext uri="{FF2B5EF4-FFF2-40B4-BE49-F238E27FC236}">
                <a16:creationId xmlns:a16="http://schemas.microsoft.com/office/drawing/2014/main" id="{5050E2E1-4022-1439-059C-0A1906A2652D}"/>
              </a:ext>
            </a:extLst>
          </p:cNvPr>
          <p:cNvSpPr/>
          <p:nvPr/>
        </p:nvSpPr>
        <p:spPr>
          <a:xfrm>
            <a:off x="4215857" y="257386"/>
            <a:ext cx="376028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جهاز النوكيا </a:t>
            </a:r>
            <a:r>
              <a:rPr lang="en-GB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880i</a:t>
            </a:r>
            <a:endParaRPr lang="ar-SA" sz="4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5ACE2F78-3DBA-46D3-B864-DDEB8470D707}"/>
              </a:ext>
            </a:extLst>
          </p:cNvPr>
          <p:cNvSpPr/>
          <p:nvPr/>
        </p:nvSpPr>
        <p:spPr>
          <a:xfrm>
            <a:off x="4621876" y="905779"/>
            <a:ext cx="27816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(نظام </a:t>
            </a:r>
            <a:r>
              <a:rPr lang="ar-JO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التترا</a:t>
            </a:r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ar-KW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096705D1-E588-5FFE-F4F9-F928C272761C}"/>
              </a:ext>
            </a:extLst>
          </p:cNvPr>
          <p:cNvSpPr/>
          <p:nvPr/>
        </p:nvSpPr>
        <p:spPr>
          <a:xfrm>
            <a:off x="8842354" y="1477282"/>
            <a:ext cx="325922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أجزاء جهاز النوكيا</a:t>
            </a:r>
            <a:endParaRPr lang="ar-SA" sz="4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D11ABCF8-561C-AA65-14D6-C1544C16DF1A}"/>
              </a:ext>
            </a:extLst>
          </p:cNvPr>
          <p:cNvSpPr/>
          <p:nvPr/>
        </p:nvSpPr>
        <p:spPr>
          <a:xfrm>
            <a:off x="9681721" y="2941550"/>
            <a:ext cx="207140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3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5_سلك الطاقة</a:t>
            </a:r>
            <a:endParaRPr lang="ar-SA" sz="32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صورة 13">
            <a:extLst>
              <a:ext uri="{FF2B5EF4-FFF2-40B4-BE49-F238E27FC236}">
                <a16:creationId xmlns:a16="http://schemas.microsoft.com/office/drawing/2014/main" id="{6CD6F58D-2C10-6844-F2A0-886CFDC4C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7" b="30741"/>
          <a:stretch/>
        </p:blipFill>
        <p:spPr>
          <a:xfrm>
            <a:off x="8989346" y="3916450"/>
            <a:ext cx="2763776" cy="21725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مستطيل 16">
            <a:extLst>
              <a:ext uri="{FF2B5EF4-FFF2-40B4-BE49-F238E27FC236}">
                <a16:creationId xmlns:a16="http://schemas.microsoft.com/office/drawing/2014/main" id="{E413511A-9EAE-BFB9-1C44-A3EAF53C04EE}"/>
              </a:ext>
            </a:extLst>
          </p:cNvPr>
          <p:cNvSpPr/>
          <p:nvPr/>
        </p:nvSpPr>
        <p:spPr>
          <a:xfrm>
            <a:off x="4353141" y="2941551"/>
            <a:ext cx="463620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28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6_</a:t>
            </a:r>
            <a:r>
              <a:rPr lang="ar-KW" sz="2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الهوائي + السلك الخاص به + الموصلات</a:t>
            </a:r>
            <a:endParaRPr lang="ar-SA" sz="28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9" name="صورة 18">
            <a:extLst>
              <a:ext uri="{FF2B5EF4-FFF2-40B4-BE49-F238E27FC236}">
                <a16:creationId xmlns:a16="http://schemas.microsoft.com/office/drawing/2014/main" id="{D62A3BE7-6D6C-CA75-6A98-0E38D67F03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69" b="32346"/>
          <a:stretch/>
        </p:blipFill>
        <p:spPr>
          <a:xfrm>
            <a:off x="5197614" y="3954205"/>
            <a:ext cx="2778529" cy="21725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8CCD5261-3C3B-CE44-1868-4DBD1FAEB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738" y="3846661"/>
            <a:ext cx="2763776" cy="2387600"/>
          </a:xfrm>
          <a:prstGeom prst="rect">
            <a:avLst/>
          </a:prstGeom>
        </p:spPr>
      </p:pic>
      <p:sp>
        <p:nvSpPr>
          <p:cNvPr id="10" name="مربع نص 9">
            <a:extLst>
              <a:ext uri="{FF2B5EF4-FFF2-40B4-BE49-F238E27FC236}">
                <a16:creationId xmlns:a16="http://schemas.microsoft.com/office/drawing/2014/main" id="{BE9A6E74-C366-4D9A-3C3E-1229EE417DE4}"/>
              </a:ext>
            </a:extLst>
          </p:cNvPr>
          <p:cNvSpPr txBox="1"/>
          <p:nvPr/>
        </p:nvSpPr>
        <p:spPr>
          <a:xfrm>
            <a:off x="537603" y="2826135"/>
            <a:ext cx="3002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KW" dirty="0"/>
              <a:t>‏</a:t>
            </a:r>
            <a:r>
              <a:rPr lang="ar-KW" sz="2800" i="1" dirty="0"/>
              <a:t>7_ فيوز بقيمة 5 أمبير</a:t>
            </a:r>
            <a:endParaRPr lang="ar-KW" sz="2400" i="1" dirty="0"/>
          </a:p>
        </p:txBody>
      </p:sp>
    </p:spTree>
    <p:extLst>
      <p:ext uri="{BB962C8B-B14F-4D97-AF65-F5344CB8AC3E}">
        <p14:creationId xmlns:p14="http://schemas.microsoft.com/office/powerpoint/2010/main" val="286134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2" grpId="0"/>
      <p:bldP spid="1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78955496-1612-B599-C813-F9CAFEE4B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7112000"/>
          </a:xfrm>
          <a:prstGeom prst="rect">
            <a:avLst/>
          </a:prstGeom>
        </p:spPr>
      </p:pic>
      <p:sp>
        <p:nvSpPr>
          <p:cNvPr id="3" name="مستطيل 2">
            <a:extLst>
              <a:ext uri="{FF2B5EF4-FFF2-40B4-BE49-F238E27FC236}">
                <a16:creationId xmlns:a16="http://schemas.microsoft.com/office/drawing/2014/main" id="{204395C5-7446-AF50-0C6B-5E0CAB2D0D24}"/>
              </a:ext>
            </a:extLst>
          </p:cNvPr>
          <p:cNvSpPr/>
          <p:nvPr/>
        </p:nvSpPr>
        <p:spPr>
          <a:xfrm>
            <a:off x="4215857" y="257386"/>
            <a:ext cx="376028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جهاز النوكيا </a:t>
            </a:r>
            <a:r>
              <a:rPr lang="en-GB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880i</a:t>
            </a:r>
            <a:endParaRPr lang="ar-SA" sz="4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B766BD42-A4FA-098B-7443-2E901AA7A5CB}"/>
              </a:ext>
            </a:extLst>
          </p:cNvPr>
          <p:cNvSpPr/>
          <p:nvPr/>
        </p:nvSpPr>
        <p:spPr>
          <a:xfrm>
            <a:off x="8803871" y="1124232"/>
            <a:ext cx="306205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36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تركيب جهاز النوكيا</a:t>
            </a:r>
            <a:endParaRPr lang="ar-SA" sz="3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490C437B-B5FB-94F0-761E-DA8485F71DD2}"/>
              </a:ext>
            </a:extLst>
          </p:cNvPr>
          <p:cNvSpPr/>
          <p:nvPr/>
        </p:nvSpPr>
        <p:spPr>
          <a:xfrm>
            <a:off x="4621876" y="905779"/>
            <a:ext cx="27816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(نظام </a:t>
            </a:r>
            <a:r>
              <a:rPr lang="ar-JO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التترا</a:t>
            </a:r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ar-KW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EEC27185-40A5-2E9E-DD97-B6C91198616C}"/>
              </a:ext>
            </a:extLst>
          </p:cNvPr>
          <p:cNvSpPr txBox="1"/>
          <p:nvPr/>
        </p:nvSpPr>
        <p:spPr>
          <a:xfrm>
            <a:off x="906088" y="2089504"/>
            <a:ext cx="11168042" cy="485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KW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وحدة الجهاز :</a:t>
            </a:r>
            <a:r>
              <a:rPr lang="ar-KW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وهذا الجزء يجب تثبيته داخل كبينة القيادة ، بحيث يكون الجهاز غير معرض لأي عوامل جوية أو لمياه البحر. 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KW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سلك الطاقة :</a:t>
            </a:r>
            <a:r>
              <a:rPr lang="ar-KW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نقوم بتوصيل سلك الطاقة من صندوق </a:t>
            </a:r>
            <a:r>
              <a:rPr lang="ar-KW" b="1" i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الفيوزات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إلى وحدة جهاز النوكيا ، مع التأكد من وجود </a:t>
            </a:r>
            <a:r>
              <a:rPr lang="ar-KW" b="1" i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الفيوز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في مكانه المخصص وبقيمته</a:t>
            </a:r>
          </a:p>
          <a:p>
            <a:pPr lvl="0" algn="r" rtl="1">
              <a:lnSpc>
                <a:spcPct val="107000"/>
              </a:lnSpc>
              <a:spcAft>
                <a:spcPts val="800"/>
              </a:spcAft>
            </a:pP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المطلوبة </a:t>
            </a:r>
            <a:r>
              <a:rPr lang="ar-JO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n-GB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5A</a:t>
            </a:r>
            <a:r>
              <a:rPr lang="ar-JO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).</a:t>
            </a:r>
            <a:endParaRPr lang="en-US" sz="1200" b="1" i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KW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شاشة الجهاز :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يتم اختيار مكان مناسب لتثبيتها على كبينة القيادة ، وبعدها يتم توصيل السلك الخاص بها إلى وحدة الجهاز.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KW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الميكرفون + الوصلة </a:t>
            </a:r>
            <a:r>
              <a:rPr lang="ar-KW" b="1" i="1" u="sng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يتم تركيب وصلة الميكرفون على شاشة الجهاز من الخلف ، بعدها نقوم بتوصيل الميكروفون في تلك الوصلة.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KW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السماعة </a:t>
            </a:r>
            <a:r>
              <a:rPr lang="ar-KW" b="1" i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ar-KW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يتم تثبيت السماعة على كبينة القيادة بطريقة نضمن بها وضوح الصوت الخارج منها بشكل جيد ، ومن ثم نقوم بتمديد السلك الخاص بها إلى داخل كبينة القيادة ، حيث أن الوصلة الخاصة بها تكون مثبتة بجانب سلك الطاقة</a:t>
            </a:r>
            <a:r>
              <a:rPr lang="ar-KW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KW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الهوائي + السلك الخاص به والموصلات :</a:t>
            </a:r>
            <a:r>
              <a:rPr lang="ar-KW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نقوم بتثبيت الهوائي في أعلى القارب بشكل جيد ، بعدها يتم تركيب الموصلات على طرفي سلك الهوائي ، ونقوم بتثبيت الطرف الذي يحمل موصل </a:t>
            </a:r>
            <a:r>
              <a:rPr lang="en-GB" b="1" i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tnc_n</a:t>
            </a:r>
            <a:r>
              <a:rPr lang="en-GB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على الهوائي ، والطرف الذي يحمل موصل </a:t>
            </a:r>
            <a:r>
              <a:rPr lang="en-GB" b="1" i="1" kern="1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tnc</a:t>
            </a:r>
            <a:r>
              <a:rPr lang="en-GB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b="1" i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على وحدة الجهاز ، وهذا الأمر يتطلب منا تمديد سلك الهوائي من وحدة الجهاز في الأسفل إلى الهوائي في أعلى القارب .</a:t>
            </a:r>
            <a:endParaRPr lang="en-US" sz="1200" b="1" i="1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5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3286A402-E643-6430-EAC4-1FFCA406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7112000"/>
          </a:xfrm>
          <a:prstGeom prst="rect">
            <a:avLst/>
          </a:prstGeom>
        </p:spPr>
      </p:pic>
      <p:sp>
        <p:nvSpPr>
          <p:cNvPr id="3" name="مستطيل 2">
            <a:extLst>
              <a:ext uri="{FF2B5EF4-FFF2-40B4-BE49-F238E27FC236}">
                <a16:creationId xmlns:a16="http://schemas.microsoft.com/office/drawing/2014/main" id="{F4C7D720-7C3C-7CE0-9CDF-8C72760954A7}"/>
              </a:ext>
            </a:extLst>
          </p:cNvPr>
          <p:cNvSpPr/>
          <p:nvPr/>
        </p:nvSpPr>
        <p:spPr>
          <a:xfrm>
            <a:off x="4215857" y="257386"/>
            <a:ext cx="376028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جهاز النوكيا </a:t>
            </a:r>
            <a:r>
              <a:rPr lang="en-GB" sz="4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880i</a:t>
            </a:r>
            <a:endParaRPr lang="ar-SA" sz="4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مستطيل 3">
            <a:extLst>
              <a:ext uri="{FF2B5EF4-FFF2-40B4-BE49-F238E27FC236}">
                <a16:creationId xmlns:a16="http://schemas.microsoft.com/office/drawing/2014/main" id="{7331FBA7-F20A-050F-FF6E-642BDF12434A}"/>
              </a:ext>
            </a:extLst>
          </p:cNvPr>
          <p:cNvSpPr/>
          <p:nvPr/>
        </p:nvSpPr>
        <p:spPr>
          <a:xfrm>
            <a:off x="8694867" y="1124232"/>
            <a:ext cx="32800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KW" sz="36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جهاز النوكيا المكتبي</a:t>
            </a:r>
            <a:endParaRPr lang="ar-SA" sz="3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068524B6-7D8C-9A0B-A616-F2788B3DCD36}"/>
              </a:ext>
            </a:extLst>
          </p:cNvPr>
          <p:cNvSpPr/>
          <p:nvPr/>
        </p:nvSpPr>
        <p:spPr>
          <a:xfrm>
            <a:off x="4621876" y="905779"/>
            <a:ext cx="278167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(نظام </a:t>
            </a:r>
            <a:r>
              <a:rPr lang="ar-JO" sz="4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التترا</a:t>
            </a:r>
            <a:r>
              <a:rPr lang="ar-JO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ar-KW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D4B80F36-147D-2272-7912-E6FC06C0A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971" y="1846951"/>
            <a:ext cx="4954538" cy="3164098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42AE5707-6827-7058-667E-53B47985D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17" y="3287821"/>
            <a:ext cx="5474682" cy="322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A6DEB-3AFD-8C63-F6DC-14DFF0B65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56344426-9CB7-D593-30E3-05CEEE722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7112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C8FE2675-8ED4-A985-055D-BFDDCAF0F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400"/>
                    </a14:imgEffect>
                    <a14:imgEffect>
                      <a14:saturation sat="8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409" y="185339"/>
            <a:ext cx="5893724" cy="667266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799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0AE3-8295-BE3B-387B-C2F20E64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D5766D44-A6E3-4868-EE7B-8352DE539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7112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280DD09D-EB30-E1C8-CBD4-D9E85A6DC070}"/>
              </a:ext>
            </a:extLst>
          </p:cNvPr>
          <p:cNvSpPr txBox="1"/>
          <p:nvPr/>
        </p:nvSpPr>
        <p:spPr>
          <a:xfrm>
            <a:off x="2986414" y="448830"/>
            <a:ext cx="6219172" cy="5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KW" sz="2800" b="1" u="sng" kern="1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بعض المشاكل الفنية لجهاز النوكيا وحلولها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7D813E24-90FA-0F12-2DA6-D36000D03DE5}"/>
              </a:ext>
            </a:extLst>
          </p:cNvPr>
          <p:cNvSpPr txBox="1"/>
          <p:nvPr/>
        </p:nvSpPr>
        <p:spPr>
          <a:xfrm>
            <a:off x="3419605" y="1427805"/>
            <a:ext cx="8564671" cy="395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800" b="1" kern="10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المشكلة :</a:t>
            </a:r>
            <a:r>
              <a:rPr lang="ar-KW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AE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عدم وجود إشارة في الجهاز.</a:t>
            </a:r>
            <a:endParaRPr lang="en-US" sz="24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AE" sz="2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ar-KW" sz="2800" b="1" kern="10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الـحـــل : </a:t>
            </a: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يرجع ذلك لعدة أسباب ، </a:t>
            </a:r>
            <a:r>
              <a:rPr lang="ar-KW" sz="2400" u="sng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السبب الأول</a:t>
            </a:r>
            <a:r>
              <a:rPr lang="ar-KW" sz="24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تعطل الموصلات ويجب تبديلها ،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أما </a:t>
            </a:r>
            <a:r>
              <a:rPr lang="ar-KW" sz="2400" u="sng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السبب الثاني</a:t>
            </a:r>
            <a:r>
              <a:rPr lang="ar-KW" sz="2400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تعطل الهوائي وأيضا يجب استبداله ، </a:t>
            </a:r>
            <a:r>
              <a:rPr lang="ar-KW" sz="2400" u="sng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السبب الثالث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هو وجود قطع في سلك الإشارة أو أن السلك لا يقوم بتوصيل الإشارة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فنقوم باستبداله بسلك جديد ، وهذا الأمر نادر الحدوث ، </a:t>
            </a:r>
            <a:r>
              <a:rPr lang="ar-KW" sz="2400" u="sng" kern="10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السبب الرابع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وجود خلل في وحدة الجهاز وهذا يتطلب إرسال الجهاز لإدارة هندسة </a:t>
            </a:r>
            <a:endParaRPr lang="en-US" sz="16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الاتصالات لإصلاح الخلل 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4813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F920E17A-33DF-0B0F-4C90-7D15FE76B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7112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CA570FCC-1499-C919-54F9-D02BE3C22F3F}"/>
              </a:ext>
            </a:extLst>
          </p:cNvPr>
          <p:cNvSpPr txBox="1"/>
          <p:nvPr/>
        </p:nvSpPr>
        <p:spPr>
          <a:xfrm>
            <a:off x="2488019" y="193812"/>
            <a:ext cx="9193617" cy="1954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المشكلة :</a:t>
            </a: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AE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عدم وجود صورة في شاشة الجهاز 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AE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ar-KW" sz="2400" b="1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الـحـــل : </a:t>
            </a: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السبب في ذلك عدم تركيب قابس سلك الشاشة بشكل جيد على المقبس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الخاص بالشاشة ، أو وجود خلل في مقبس الشاشة وهذا يتطلب إرساله إلى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إدارة هندسة الاتصالات للإصلاح .</a:t>
            </a:r>
            <a:endParaRPr lang="en-US" sz="2400" dirty="0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919EEA5F-3C94-8D24-82B1-01CD366DD0B3}"/>
              </a:ext>
            </a:extLst>
          </p:cNvPr>
          <p:cNvSpPr txBox="1"/>
          <p:nvPr/>
        </p:nvSpPr>
        <p:spPr>
          <a:xfrm>
            <a:off x="2190307" y="3003112"/>
            <a:ext cx="9491329" cy="245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المشكلة :</a:t>
            </a: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AE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عدم عمل الميكرفون 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AE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ar-KW" sz="2400" b="1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الـحـــل : </a:t>
            </a: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يرجع ذلك لسببين ، السبب الأول وهو الأكثر شيوعا أن يكون الميكرفون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عطلان ويجب إرساله لإدارة هندسة الاتصالات للإصلاح ،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أما السبب الثاني هو عطل في وصلة الميكروفون مما يستوجب استبدالها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KW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بأخرى صالحة 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219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2763670B-199B-7E09-5D7D-6CB9DEBC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27000"/>
            <a:ext cx="12191999" cy="7112000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E0A33536-A69A-BA16-48C8-F404D70EBF8C}"/>
              </a:ext>
            </a:extLst>
          </p:cNvPr>
          <p:cNvSpPr txBox="1"/>
          <p:nvPr/>
        </p:nvSpPr>
        <p:spPr>
          <a:xfrm>
            <a:off x="2806996" y="2106648"/>
            <a:ext cx="7581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KW" sz="4800" b="1" i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والله ولي التوفيق</a:t>
            </a:r>
            <a:endParaRPr lang="en-US" sz="4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89992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499</Words>
  <Application>Microsoft Office PowerPoint</Application>
  <PresentationFormat>شاشة عريضة</PresentationFormat>
  <Paragraphs>61</Paragraphs>
  <Slides>9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 Semibold</vt:lpstr>
      <vt:lpstr>Symbol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fadel</dc:creator>
  <cp:lastModifiedBy>ali almatrouk</cp:lastModifiedBy>
  <cp:revision>6</cp:revision>
  <dcterms:created xsi:type="dcterms:W3CDTF">2024-11-11T18:17:25Z</dcterms:created>
  <dcterms:modified xsi:type="dcterms:W3CDTF">2025-02-06T00:32:02Z</dcterms:modified>
</cp:coreProperties>
</file>